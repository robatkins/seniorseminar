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4FCD-1755-4469-86A7-83AE2EAAC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a </a:t>
            </a:r>
            <a:r>
              <a:rPr lang="en-US" dirty="0" err="1"/>
              <a:t>Tensorflow</a:t>
            </a:r>
            <a:r>
              <a:rPr lang="en-US" dirty="0"/>
              <a:t> Model for object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5649A-1B8B-4077-8101-91CF9E2C6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</a:t>
            </a:r>
            <a:r>
              <a:rPr lang="en-US" dirty="0" err="1"/>
              <a:t>atkins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2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796A-5605-4742-B647-EE7E4FA9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2A009-31A2-4E1E-8EA0-218AF5042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Anaconda3</a:t>
            </a:r>
          </a:p>
          <a:p>
            <a:pPr lvl="1"/>
            <a:r>
              <a:rPr lang="en-US" dirty="0"/>
              <a:t>Virtual Environment, Package Management, and Deployment.</a:t>
            </a:r>
          </a:p>
          <a:p>
            <a:r>
              <a:rPr lang="en-US" dirty="0" err="1"/>
              <a:t>Tensorflow</a:t>
            </a:r>
            <a:endParaRPr lang="en-US" dirty="0"/>
          </a:p>
          <a:p>
            <a:pPr lvl="1"/>
            <a:r>
              <a:rPr lang="en-US" dirty="0"/>
              <a:t>Python Library for Machine Learning.</a:t>
            </a:r>
          </a:p>
          <a:p>
            <a:r>
              <a:rPr lang="en-US" dirty="0" err="1"/>
              <a:t>Labelimg</a:t>
            </a:r>
            <a:endParaRPr lang="en-US" dirty="0"/>
          </a:p>
          <a:p>
            <a:pPr lvl="1"/>
            <a:r>
              <a:rPr lang="en-US" dirty="0"/>
              <a:t>Python tool for labeling images so they may be used to train a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151200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50252-E768-440F-90FA-23D397E4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13F1-02F0-46B8-AE59-B8C90026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Speed</a:t>
            </a:r>
          </a:p>
          <a:p>
            <a:pPr lvl="1"/>
            <a:r>
              <a:rPr lang="en-US" dirty="0"/>
              <a:t>Is the model fast? Ideal speed is ~30fps</a:t>
            </a:r>
          </a:p>
          <a:p>
            <a:r>
              <a:rPr lang="en-US" dirty="0"/>
              <a:t>Accuracy of Recognition</a:t>
            </a:r>
          </a:p>
          <a:p>
            <a:pPr lvl="1"/>
            <a:r>
              <a:rPr lang="en-US" dirty="0"/>
              <a:t>Is the model recognizing objects accurately or is it inaccurate?</a:t>
            </a:r>
          </a:p>
          <a:p>
            <a:r>
              <a:rPr lang="en-US" dirty="0"/>
              <a:t>Consistency of Recognition</a:t>
            </a:r>
          </a:p>
          <a:p>
            <a:pPr lvl="1"/>
            <a:r>
              <a:rPr lang="en-US" dirty="0"/>
              <a:t>Is the model consistently accurate?</a:t>
            </a:r>
          </a:p>
          <a:p>
            <a:r>
              <a:rPr lang="en-US" dirty="0"/>
              <a:t>Confidence of Recognition</a:t>
            </a:r>
          </a:p>
          <a:p>
            <a:pPr lvl="1"/>
            <a:r>
              <a:rPr lang="en-US" dirty="0"/>
              <a:t>How confident is the model in what it is recognizing?</a:t>
            </a:r>
          </a:p>
        </p:txBody>
      </p:sp>
    </p:spTree>
    <p:extLst>
      <p:ext uri="{BB962C8B-B14F-4D97-AF65-F5344CB8AC3E}">
        <p14:creationId xmlns:p14="http://schemas.microsoft.com/office/powerpoint/2010/main" val="423721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6D7F-AB08-4231-965B-28F5C099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F5EFD-AFF6-47B5-9AC0-A514A63AE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True Positive</a:t>
            </a:r>
          </a:p>
          <a:p>
            <a:pPr lvl="1"/>
            <a:r>
              <a:rPr lang="en-US" dirty="0"/>
              <a:t>The Model recognizing the object and it is accurate in its recognition.</a:t>
            </a:r>
          </a:p>
          <a:p>
            <a:r>
              <a:rPr lang="en-US" dirty="0"/>
              <a:t>True Negative</a:t>
            </a:r>
          </a:p>
          <a:p>
            <a:pPr lvl="1"/>
            <a:r>
              <a:rPr lang="en-US" dirty="0"/>
              <a:t>The Model not recognizing an object when it is not there.	</a:t>
            </a:r>
          </a:p>
          <a:p>
            <a:r>
              <a:rPr lang="en-US" dirty="0"/>
              <a:t>Negative Positive</a:t>
            </a:r>
          </a:p>
          <a:p>
            <a:pPr lvl="1"/>
            <a:r>
              <a:rPr lang="en-US" dirty="0"/>
              <a:t>The Model recognizes an instance of the object when it is not actually present.</a:t>
            </a:r>
          </a:p>
          <a:p>
            <a:r>
              <a:rPr lang="en-US" dirty="0"/>
              <a:t>Negative </a:t>
            </a:r>
            <a:r>
              <a:rPr lang="en-US" dirty="0" err="1"/>
              <a:t>Negative</a:t>
            </a:r>
            <a:endParaRPr lang="en-US" dirty="0"/>
          </a:p>
          <a:p>
            <a:pPr lvl="1"/>
            <a:r>
              <a:rPr lang="en-US" dirty="0"/>
              <a:t>The Model fails to recognize the object when it is actually present.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3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5D98-1E21-4899-805C-EFC5A5B4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D044-9060-4A6C-833A-4CB1F0136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accuracy of the model stay within a standard deviation of confidence while maintaining accuracy when making a recognition? Example: 95%-100% confident over multiple iterations. Each recognition over the multiple iterations is accurate.</a:t>
            </a:r>
          </a:p>
        </p:txBody>
      </p:sp>
    </p:spTree>
    <p:extLst>
      <p:ext uri="{BB962C8B-B14F-4D97-AF65-F5344CB8AC3E}">
        <p14:creationId xmlns:p14="http://schemas.microsoft.com/office/powerpoint/2010/main" val="2820218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34</TotalTime>
  <Words>202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Training a Tensorflow Model for object recognition</vt:lpstr>
      <vt:lpstr>Technologies</vt:lpstr>
      <vt:lpstr>Evaluation Matrix</vt:lpstr>
      <vt:lpstr>Accuracy Determination</vt:lpstr>
      <vt:lpstr>Consistency Determination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a Tensorflow Model for object recognition</dc:title>
  <dc:creator>ghost</dc:creator>
  <cp:lastModifiedBy>ghost</cp:lastModifiedBy>
  <cp:revision>16</cp:revision>
  <dcterms:created xsi:type="dcterms:W3CDTF">2021-09-07T13:21:30Z</dcterms:created>
  <dcterms:modified xsi:type="dcterms:W3CDTF">2021-09-07T13:55:45Z</dcterms:modified>
</cp:coreProperties>
</file>