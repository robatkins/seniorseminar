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5D4FA-5DDC-443D-99FC-9405E4BDBA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Comparison in Evaluations of sorting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883EC3-B04D-4A51-9CE6-10DCEB85E8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Robert </a:t>
            </a:r>
            <a:r>
              <a:rPr lang="en-US" dirty="0" err="1"/>
              <a:t>atkins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981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9BFB8-1A7D-4092-B167-01A7560F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FA40-3760-484B-B67A-B2DCF045D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9905998" cy="3541714"/>
          </a:xfrm>
        </p:spPr>
        <p:txBody>
          <a:bodyPr/>
          <a:lstStyle/>
          <a:p>
            <a:r>
              <a:rPr lang="en-US" dirty="0"/>
              <a:t>Java</a:t>
            </a:r>
          </a:p>
          <a:p>
            <a:pPr lvl="1"/>
            <a:r>
              <a:rPr lang="en-US" dirty="0"/>
              <a:t>For implementation of the sorting algorithms.</a:t>
            </a:r>
          </a:p>
          <a:p>
            <a:r>
              <a:rPr lang="en-US" dirty="0"/>
              <a:t>Oracle SQL Database</a:t>
            </a:r>
          </a:p>
          <a:p>
            <a:pPr lvl="1"/>
            <a:r>
              <a:rPr lang="en-US" dirty="0"/>
              <a:t>For keeping a record of the data collected upon running evaluations.</a:t>
            </a:r>
          </a:p>
          <a:p>
            <a:pPr lvl="1"/>
            <a:r>
              <a:rPr lang="en-US" dirty="0"/>
              <a:t>For faster analysis of large amounts of data.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297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7BC9-69BE-4961-85F8-BE83B03F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4C847-232D-4481-A408-A66E0802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Speed of the Algorithms</a:t>
            </a:r>
          </a:p>
          <a:p>
            <a:r>
              <a:rPr lang="en-US" dirty="0"/>
              <a:t>Memory Usage of Algorithms</a:t>
            </a:r>
          </a:p>
          <a:p>
            <a:r>
              <a:rPr lang="en-US" dirty="0"/>
              <a:t>Stability</a:t>
            </a:r>
          </a:p>
          <a:p>
            <a:r>
              <a:rPr lang="en-US" dirty="0"/>
              <a:t>Number of iterations to complete task</a:t>
            </a:r>
          </a:p>
        </p:txBody>
      </p:sp>
    </p:spTree>
    <p:extLst>
      <p:ext uri="{BB962C8B-B14F-4D97-AF65-F5344CB8AC3E}">
        <p14:creationId xmlns:p14="http://schemas.microsoft.com/office/powerpoint/2010/main" val="67978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6BD8-5B5F-4429-9EC0-AD40E12E5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3F390-6CA0-4075-BEDB-BC867E7C6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/>
              <a:t>Bubble Sort</a:t>
            </a:r>
          </a:p>
          <a:p>
            <a:r>
              <a:rPr lang="en-US" dirty="0"/>
              <a:t>Quick Sort</a:t>
            </a:r>
          </a:p>
          <a:p>
            <a:r>
              <a:rPr lang="en-US" dirty="0"/>
              <a:t>Merge Sort</a:t>
            </a:r>
          </a:p>
          <a:p>
            <a:r>
              <a:rPr lang="en-US" dirty="0"/>
              <a:t>Stalin Sort</a:t>
            </a:r>
          </a:p>
          <a:p>
            <a:r>
              <a:rPr lang="en-US" dirty="0"/>
              <a:t>Heap Sort</a:t>
            </a:r>
          </a:p>
          <a:p>
            <a:r>
              <a:rPr lang="en-US" dirty="0"/>
              <a:t>Binary Insertion Sort</a:t>
            </a:r>
          </a:p>
          <a:p>
            <a:r>
              <a:rPr lang="en-US" dirty="0"/>
              <a:t>Bozo Sort</a:t>
            </a:r>
          </a:p>
          <a:p>
            <a:r>
              <a:rPr lang="en-US" dirty="0"/>
              <a:t>Bucket Sort</a:t>
            </a:r>
          </a:p>
          <a:p>
            <a:r>
              <a:rPr lang="en-US" dirty="0"/>
              <a:t>Cycle Sort</a:t>
            </a:r>
          </a:p>
          <a:p>
            <a:r>
              <a:rPr lang="en-US" dirty="0"/>
              <a:t>Pancake Sort</a:t>
            </a:r>
          </a:p>
          <a:p>
            <a:r>
              <a:rPr lang="en-US" dirty="0"/>
              <a:t>Tournament Sort</a:t>
            </a:r>
          </a:p>
          <a:p>
            <a:r>
              <a:rPr lang="en-US" dirty="0"/>
              <a:t>Selection Sort</a:t>
            </a:r>
          </a:p>
          <a:p>
            <a:r>
              <a:rPr lang="en-US" dirty="0"/>
              <a:t>Pigeonhole Sort</a:t>
            </a:r>
          </a:p>
          <a:p>
            <a:r>
              <a:rPr lang="en-US" dirty="0"/>
              <a:t>Recursive Sort</a:t>
            </a:r>
          </a:p>
        </p:txBody>
      </p:sp>
    </p:spTree>
    <p:extLst>
      <p:ext uri="{BB962C8B-B14F-4D97-AF65-F5344CB8AC3E}">
        <p14:creationId xmlns:p14="http://schemas.microsoft.com/office/powerpoint/2010/main" val="177856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BFEA-3FB3-4235-A6F7-D1455EA9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 </a:t>
            </a:r>
            <a:r>
              <a:rPr lang="en-US" dirty="0" err="1"/>
              <a:t>Algoritms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25616-47B7-4F5F-BD4A-8F0129442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Shell Sort</a:t>
            </a:r>
          </a:p>
          <a:p>
            <a:r>
              <a:rPr lang="en-US" dirty="0"/>
              <a:t>Tim Sort</a:t>
            </a:r>
          </a:p>
          <a:p>
            <a:r>
              <a:rPr lang="en-US" dirty="0"/>
              <a:t>Three Way Quick Sort</a:t>
            </a:r>
          </a:p>
          <a:p>
            <a:r>
              <a:rPr lang="en-US" dirty="0"/>
              <a:t>Quick Sort Iterative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900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19</TotalTime>
  <Words>103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Tw Cen MT</vt:lpstr>
      <vt:lpstr>Circuit</vt:lpstr>
      <vt:lpstr>Comparison in Evaluations of sorting algorithms</vt:lpstr>
      <vt:lpstr>Technologies</vt:lpstr>
      <vt:lpstr>Evaluation Matrix</vt:lpstr>
      <vt:lpstr>Example algorithms</vt:lpstr>
      <vt:lpstr>More Example Algoritms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in Evaluations of sorting algorithms</dc:title>
  <dc:creator>ghost</dc:creator>
  <cp:lastModifiedBy>ghost</cp:lastModifiedBy>
  <cp:revision>1</cp:revision>
  <dcterms:created xsi:type="dcterms:W3CDTF">2021-09-07T10:53:59Z</dcterms:created>
  <dcterms:modified xsi:type="dcterms:W3CDTF">2021-09-07T11:13:58Z</dcterms:modified>
</cp:coreProperties>
</file>